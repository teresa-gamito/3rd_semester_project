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25fde4f25574c6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25fde4f25574c6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25fde4f25574c6c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25fde4f25574c6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25fde4f25574c6c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25fde4f25574c6c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25fde4f25574c6c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25fde4f25574c6c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6f6b7a0343f10677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6f6b7a0343f10677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6f6b7a0343f10677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6f6b7a0343f10677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6f6b7a0343f10677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6f6b7a0343f10677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25fde4f25574c6c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25fde4f25574c6c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latin typeface="Roboto Mono"/>
                <a:ea typeface="Roboto Mono"/>
                <a:cs typeface="Roboto Mono"/>
                <a:sym typeface="Roboto Mono"/>
              </a:rPr>
              <a:t>Plan C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Not labeled studios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4775600"/>
            <a:ext cx="95367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This presentation and game has depictions of heavy topics</a:t>
            </a:r>
            <a:endParaRPr b="1"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 amt="50000"/>
          </a:blip>
          <a:srcRect b="1269" l="1697" r="3480" t="7415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8600" y="4051700"/>
            <a:ext cx="12954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5">
            <a:alphaModFix/>
          </a:blip>
          <a:srcRect b="0" l="3007" r="0" t="0"/>
          <a:stretch/>
        </p:blipFill>
        <p:spPr>
          <a:xfrm>
            <a:off x="0" y="4213625"/>
            <a:ext cx="1666875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Roboto Mono"/>
                <a:ea typeface="Roboto Mono"/>
                <a:cs typeface="Roboto Mono"/>
                <a:sym typeface="Roboto Mono"/>
              </a:rPr>
              <a:t>Overview </a:t>
            </a:r>
            <a:endParaRPr sz="3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Singleplayer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First person view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Interactive fiction, Mystery, Puzzle,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psychological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horror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Linux and Windows PC, web browser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 amt="50000"/>
          </a:blip>
          <a:srcRect b="1269" l="1697" r="3480" t="7415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Roboto Mono"/>
                <a:ea typeface="Roboto Mono"/>
                <a:cs typeface="Roboto Mono"/>
                <a:sym typeface="Roboto Mono"/>
              </a:rPr>
              <a:t>Gameplay </a:t>
            </a:r>
            <a:endParaRPr sz="3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Dialogue intensive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Non-linear story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Choices matter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Puzzle solving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Escape room experience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 amt="50000"/>
          </a:blip>
          <a:srcRect b="1269" l="1697" r="3480" t="7415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7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00">
                <a:latin typeface="Roboto Mono"/>
                <a:ea typeface="Roboto Mono"/>
                <a:cs typeface="Roboto Mono"/>
                <a:sym typeface="Roboto Mono"/>
              </a:rPr>
              <a:t>Story </a:t>
            </a:r>
            <a:endParaRPr sz="3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Waking up, you find yourself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trapped in a room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with an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unfamiliar woman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our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captor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appears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on a monitor and offers you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freedom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if you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complete their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challenges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, if not, you are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punished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Somehow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all of them are connected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with the famous Snatch company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 amt="50000"/>
          </a:blip>
          <a:srcRect b="1269" l="1697" r="3480" t="7415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Roboto Mono"/>
                <a:ea typeface="Roboto Mono"/>
                <a:cs typeface="Roboto Mono"/>
                <a:sym typeface="Roboto Mono"/>
              </a:rPr>
              <a:t>Character - Detective (player)</a:t>
            </a:r>
            <a:endParaRPr sz="3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 his mid 40s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Investigating the “Snatch” company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Well dressed but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unkempt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High sense of morals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Workaholic 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 amt="50000"/>
          </a:blip>
          <a:srcRect b="1269" l="1697" r="3480" t="7415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7175" y="1467375"/>
            <a:ext cx="2151375" cy="29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Roboto Mono"/>
                <a:ea typeface="Roboto Mono"/>
                <a:cs typeface="Roboto Mono"/>
                <a:sym typeface="Roboto Mono"/>
              </a:rPr>
              <a:t>Character - Victim</a:t>
            </a:r>
            <a:endParaRPr sz="3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 her early 20s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Daughter of the CEO of the Snatch company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Well kept and natural beauty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Trust issues (pistanthrophobia)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3">
            <a:alphaModFix amt="50000"/>
          </a:blip>
          <a:srcRect b="1269" l="1697" r="3480" t="7415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 rotWithShape="1">
          <a:blip r:embed="rId4">
            <a:alphaModFix/>
          </a:blip>
          <a:srcRect b="6739" l="5730" r="12757" t="13598"/>
          <a:stretch/>
        </p:blipFill>
        <p:spPr>
          <a:xfrm>
            <a:off x="6502250" y="1630350"/>
            <a:ext cx="2102277" cy="2738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5">
            <a:alphaModFix/>
          </a:blip>
          <a:srcRect b="18729" l="7200" r="24555" t="16239"/>
          <a:stretch/>
        </p:blipFill>
        <p:spPr>
          <a:xfrm>
            <a:off x="4853925" y="2275150"/>
            <a:ext cx="1648325" cy="209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Roboto Mono"/>
                <a:ea typeface="Roboto Mono"/>
                <a:cs typeface="Roboto Mono"/>
                <a:sym typeface="Roboto Mono"/>
              </a:rPr>
              <a:t>Character - Mastermind</a:t>
            </a:r>
            <a:endParaRPr sz="3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Unknown age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Test subject of Snatch wicked plans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Obscure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purpose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Unpredictable and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evasive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3">
            <a:alphaModFix amt="50000"/>
          </a:blip>
          <a:srcRect b="1269" l="1697" r="3480" t="7415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 rotWithShape="1">
          <a:blip r:embed="rId4">
            <a:alphaModFix/>
          </a:blip>
          <a:srcRect b="9253" l="6661" r="16869" t="14591"/>
          <a:stretch/>
        </p:blipFill>
        <p:spPr>
          <a:xfrm>
            <a:off x="6259000" y="1152475"/>
            <a:ext cx="257330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Roboto Mono"/>
                <a:ea typeface="Roboto Mono"/>
                <a:cs typeface="Roboto Mono"/>
                <a:sym typeface="Roboto Mono"/>
              </a:rPr>
              <a:t>Art and Audio</a:t>
            </a:r>
            <a:endParaRPr sz="3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2D hand drawn in monochromatic colors with deeply colored key details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Musical evolution between mystery/suspense and tragedy/unsettling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 rotWithShape="1">
          <a:blip r:embed="rId3">
            <a:alphaModFix amt="50000"/>
          </a:blip>
          <a:srcRect b="1269" l="1697" r="3480" t="7415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5000" y="2744039"/>
            <a:ext cx="3244123" cy="1824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744039"/>
            <a:ext cx="3244125" cy="1824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latin typeface="Roboto Mono"/>
                <a:ea typeface="Roboto Mono"/>
                <a:cs typeface="Roboto Mono"/>
                <a:sym typeface="Roboto Mono"/>
              </a:rPr>
              <a:t>Thank you</a:t>
            </a:r>
            <a:r>
              <a:rPr lang="en-GB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0" name="Google Shape;120;p21"/>
          <p:cNvPicPr preferRelativeResize="0"/>
          <p:nvPr/>
        </p:nvPicPr>
        <p:blipFill rotWithShape="1">
          <a:blip r:embed="rId3">
            <a:alphaModFix amt="50000"/>
          </a:blip>
          <a:srcRect b="1269" l="1697" r="3480" t="7415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